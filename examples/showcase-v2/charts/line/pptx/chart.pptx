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6dd659851c42c3" /><Relationship Type="http://schemas.openxmlformats.org/officeDocument/2006/relationships/extended-properties" Target="/docProps/app.xml" Id="Rc6bd4da0a93740eb" /><Relationship Type="http://schemas.openxmlformats.org/officeDocument/2006/relationships/officeDocument" Target="/ppt/presentation.xml" Id="R966b8de1972f43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ae342852ae43c3"/>
  </p:sldMasterIdLst>
  <p:notesMasterIdLst>
    <p:notesMasterId xmlns:r="http://schemas.openxmlformats.org/officeDocument/2006/relationships" r:id="Racba9777a75e4f72"/>
  </p:notesMasterIdLst>
  <p:sldIdLst>
    <p:sldId xmlns:r="http://schemas.openxmlformats.org/officeDocument/2006/relationships" id="256" r:id="R369a90c6596a4e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f25b24287c42a6" /><Relationship Type="http://schemas.openxmlformats.org/officeDocument/2006/relationships/slideMaster" Target="/ppt/slideMasters/slideMaster1.xml" Id="R38ae342852ae43c3" /><Relationship Type="http://schemas.openxmlformats.org/officeDocument/2006/relationships/notesMaster" Target="/ppt/notesMasters/notesMaster1.xml" Id="Racba9777a75e4f72" /><Relationship Type="http://schemas.openxmlformats.org/officeDocument/2006/relationships/presProps" Target="/ppt/presProps.xml" Id="R16a76409f3c64b63" /><Relationship Type="http://schemas.openxmlformats.org/officeDocument/2006/relationships/tableStyles" Target="/ppt/tableStyles.xml" Id="R6b50dd3c84d54fcc" /><Relationship Type="http://schemas.openxmlformats.org/officeDocument/2006/relationships/slide" Target="/ppt/slides/slide1.xml" Id="R369a90c6596a4e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498d6582d44d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be736e021d4b2f" /><Relationship Type="http://schemas.openxmlformats.org/officeDocument/2006/relationships/notesMaster" Target="/ppt/notesMasters/notesMaster1.xml" Id="R9034e24fc79742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822463cffb45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534b3fadbf4f9c" /><Relationship Type="http://schemas.openxmlformats.org/officeDocument/2006/relationships/slideLayout" Target="/ppt/slideLayouts/slideLayout1.xml" Id="Rdc37653039024a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37653039024a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f94a6fd3548ea" /><Relationship Type="http://schemas.openxmlformats.org/officeDocument/2006/relationships/chart" Target="/ppt/slides/charts/chart1.xml" Id="R3f0e51d5e7684efe" /><Relationship Type="http://schemas.openxmlformats.org/officeDocument/2006/relationships/notesSlide" Target="/ppt/notesSlides/notesSlide1.xml" Id="R1f47cf31ef5241e3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baseline</c:v>
          </c:tx>
          <c:spPr>
            <a:solidFill xmlns:a="http://schemas.openxmlformats.org/drawingml/2006/main">
              <a:srgbClr val="2457A7"/>
            </a:solidFill>
            <a:ln xmlns:a="http://schemas.openxmlformats.org/drawingml/2006/main" w="28575">
              <a:solidFill>
                <a:srgbClr val="2457A7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</c:numLit>
          </c:cat>
          <c:val>
            <c:numLit>
              <c:formatCode>General</c:formatCode>
              <c:ptCount val="6"/>
              <c:pt idx="0">
                <c:v>0.82</c:v>
              </c:pt>
              <c:pt idx="1">
                <c:v>0.63</c:v>
              </c:pt>
              <c:pt idx="2">
                <c:v>0.49</c:v>
              </c:pt>
              <c:pt idx="3">
                <c:v>0.41</c:v>
              </c:pt>
              <c:pt idx="4">
                <c:v>0.37</c:v>
              </c:pt>
              <c:pt idx="5">
                <c:v>0.35</c:v>
              </c:pt>
            </c:numLit>
          </c:val>
        </c:ser>
        <c:ser>
          <c:idx val="1"/>
          <c:order val="1"/>
          <c:tx>
            <c:v>improved</c:v>
          </c:tx>
          <c:spPr>
            <a:solidFill xmlns:a="http://schemas.openxmlformats.org/drawingml/2006/main">
              <a:srgbClr val="23856D"/>
            </a:solidFill>
            <a:ln xmlns:a="http://schemas.openxmlformats.org/drawingml/2006/main" w="28575">
              <a:solidFill>
                <a:srgbClr val="23856D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</c:numLit>
          </c:cat>
          <c:val>
            <c:numLit>
              <c:formatCode>General</c:formatCode>
              <c:ptCount val="6"/>
              <c:pt idx="0">
                <c:v>0.74</c:v>
              </c:pt>
              <c:pt idx="1">
                <c:v>0.51</c:v>
              </c:pt>
              <c:pt idx="2">
                <c:v>0.36</c:v>
              </c:pt>
              <c:pt idx="3">
                <c:v>0.27</c:v>
              </c:pt>
              <c:pt idx="4">
                <c:v>0.22</c:v>
              </c:pt>
              <c:pt idx="5">
                <c:v>0.19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迭代次数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73839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708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目标函数值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708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6203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7F9FC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2524002F-02BA-4DF2-AA8D-D27FD3DF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rt-title">
            <a:extLst xmlns:a="http://schemas.openxmlformats.org/drawingml/2006/main">
              <a:ext uri="{FF2B5EF4-FFF2-40B4-BE49-F238E27FC236}">
                <a16:creationId xmlns:a16="http://schemas.microsoft.com/office/drawing/2014/main" id="{EB102396-0A78-43E1-986B-121F4FA5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算法收敛性能对比</a:t>
            </a:r>
          </a:p>
        </p:txBody>
      </p:sp>
      <p:sp>
        <p:nvSpPr>
          <p:cNvPr id="3" name="chart-subtitle">
            <a:extLst xmlns:a="http://schemas.openxmlformats.org/drawingml/2006/main">
              <a:ext uri="{FF2B5EF4-FFF2-40B4-BE49-F238E27FC236}">
                <a16:creationId xmlns:a16="http://schemas.microsoft.com/office/drawing/2014/main" id="{41B88A5D-0380-4FA1-BBD0-2E6EADB6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基准方案与改进方案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781050" y="1381125"/>
          <a:ext xmlns:a="http://schemas.openxmlformats.org/drawingml/2006/main" cx="1064895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f0e51d5e7684efe"/>
          </a:graphicData>
        </a:graphic>
      </p:graphicFrame>
    </p:spTree>
    <p:extLst>
      <p:ext uri="{BB962C8B-B14F-4D97-AF65-F5344CB8AC3E}">
        <p14:creationId xmlns:p14="http://schemas.microsoft.com/office/powerpoint/2010/main" val="9177001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2026-07-24T09:38:58.0940000Z</dcterms:created>
  <dcterms:modified xsi:type="dcterms:W3CDTF">2026-07-24T09:38:58.0940000Z</dcterms:modified>
</coreProperties>
</file>