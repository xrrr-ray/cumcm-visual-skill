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305a258a54463" /><Relationship Type="http://schemas.openxmlformats.org/officeDocument/2006/relationships/extended-properties" Target="/docProps/app.xml" Id="R08b4f24d965f4c58" /><Relationship Type="http://schemas.openxmlformats.org/officeDocument/2006/relationships/officeDocument" Target="/ppt/presentation.xml" Id="R803a1fa09c4a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c1572538dd4c5f"/>
  </p:sldMasterIdLst>
  <p:notesMasterIdLst>
    <p:notesMasterId xmlns:r="http://schemas.openxmlformats.org/officeDocument/2006/relationships" r:id="Rb5b0952ab62f4716"/>
  </p:notesMasterIdLst>
  <p:sldIdLst>
    <p:sldId xmlns:r="http://schemas.openxmlformats.org/officeDocument/2006/relationships" id="256" r:id="R947ed9c752834a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a3791820284765" /><Relationship Type="http://schemas.openxmlformats.org/officeDocument/2006/relationships/slideMaster" Target="/ppt/slideMasters/slideMaster1.xml" Id="Rfbc1572538dd4c5f" /><Relationship Type="http://schemas.openxmlformats.org/officeDocument/2006/relationships/notesMaster" Target="/ppt/notesMasters/notesMaster1.xml" Id="Rb5b0952ab62f4716" /><Relationship Type="http://schemas.openxmlformats.org/officeDocument/2006/relationships/presProps" Target="/ppt/presProps.xml" Id="R5969d126fa014a33" /><Relationship Type="http://schemas.openxmlformats.org/officeDocument/2006/relationships/tableStyles" Target="/ppt/tableStyles.xml" Id="R28d0098884064bd0" /><Relationship Type="http://schemas.openxmlformats.org/officeDocument/2006/relationships/slide" Target="/ppt/slides/slide1.xml" Id="R947ed9c752834a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750c2f37a4a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2b2afd0dca4937" /><Relationship Type="http://schemas.openxmlformats.org/officeDocument/2006/relationships/notesMaster" Target="/ppt/notesMasters/notesMaster1.xml" Id="R56c29f4aafad47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096c7c4fa4d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da1bde685a4aa7" /><Relationship Type="http://schemas.openxmlformats.org/officeDocument/2006/relationships/slideLayout" Target="/ppt/slideLayouts/slideLayout1.xml" Id="Ra173989d572046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73989d572046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10d3dbb544ee3" /><Relationship Type="http://schemas.openxmlformats.org/officeDocument/2006/relationships/chart" Target="/ppt/slides/charts/chart1.xml" Id="R839b9e656f8c4b3b" /><Relationship Type="http://schemas.openxmlformats.org/officeDocument/2006/relationships/notesSlide" Target="/ppt/notesSlides/notesSlide1.xml" Id="R414b1a38d5f8403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457A7"/>
            </a:solidFill>
            <a:ln xmlns:a="http://schemas.openxmlformats.org/drawingml/2006/main" w="28575">
              <a:solidFill>
                <a:srgbClr val="2457A7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0.82</c:v>
              </c:pt>
              <c:pt idx="1">
                <c:v>0.63</c:v>
              </c:pt>
              <c:pt idx="2">
                <c:v>0.49</c:v>
              </c:pt>
              <c:pt idx="3">
                <c:v>0.41</c:v>
              </c:pt>
              <c:pt idx="4">
                <c:v>0.37</c:v>
              </c:pt>
              <c:pt idx="5">
                <c:v>0.35</c:v>
              </c:pt>
            </c:numLit>
          </c:val>
        </c:ser>
        <c:ser>
          <c:idx val="1"/>
          <c:order val="1"/>
          <c:tx>
            <c:v>improved</c:v>
          </c:tx>
          <c:spPr>
            <a:solidFill xmlns:a="http://schemas.openxmlformats.org/drawingml/2006/main">
              <a:srgbClr val="23856D"/>
            </a:solidFill>
            <a:ln xmlns:a="http://schemas.openxmlformats.org/drawingml/2006/main" w="28575">
              <a:solidFill>
                <a:srgbClr val="23856D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0.74</c:v>
              </c:pt>
              <c:pt idx="1">
                <c:v>0.51</c:v>
              </c:pt>
              <c:pt idx="2">
                <c:v>0.36</c:v>
              </c:pt>
              <c:pt idx="3">
                <c:v>0.27</c:v>
              </c:pt>
              <c:pt idx="4">
                <c:v>0.22</c:v>
              </c:pt>
              <c:pt idx="5">
                <c:v>0.19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迭代次数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383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目标函数值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6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0B51865-9F22-4BFB-8AAE-2B75BD6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0B67E800-E240-43A2-A69C-FA764151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算法收敛曲线</a:t>
            </a:r>
          </a:p>
        </p:txBody>
      </p:sp>
      <p:sp>
        <p:nvSpPr>
          <p:cNvPr id="3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07919F15-612E-44D2-A858-9C26246B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样本数 n=6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81050" y="1381125"/>
          <a:ext xmlns:a="http://schemas.openxmlformats.org/drawingml/2006/main" cx="106489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9b9e656f8c4b3b"/>
          </a:graphicData>
        </a:graphic>
      </p:graphicFrame>
    </p:spTree>
    <p:extLst>
      <p:ext uri="{BB962C8B-B14F-4D97-AF65-F5344CB8AC3E}">
        <p14:creationId xmlns:p14="http://schemas.microsoft.com/office/powerpoint/2010/main" val="1549603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2026-07-24T09:58:17.9710000Z</dcterms:created>
  <dcterms:modified xsi:type="dcterms:W3CDTF">2026-07-24T09:58:17.9710000Z</dcterms:modified>
</coreProperties>
</file>