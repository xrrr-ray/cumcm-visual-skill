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93df34bb9c41fb" /><Relationship Type="http://schemas.openxmlformats.org/officeDocument/2006/relationships/extended-properties" Target="/docProps/app.xml" Id="Rb36ee374437f46ff" /><Relationship Type="http://schemas.openxmlformats.org/officeDocument/2006/relationships/officeDocument" Target="/ppt/presentation.xml" Id="Ra28ac77bf5e0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aabb03face4427"/>
  </p:sldMasterIdLst>
  <p:notesMasterIdLst>
    <p:notesMasterId xmlns:r="http://schemas.openxmlformats.org/officeDocument/2006/relationships" r:id="Rf9fa8f1dfabc4391"/>
  </p:notesMasterIdLst>
  <p:sldIdLst>
    <p:sldId xmlns:r="http://schemas.openxmlformats.org/officeDocument/2006/relationships" id="256" r:id="R682231f5313642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444fe0a57947e2" /><Relationship Type="http://schemas.openxmlformats.org/officeDocument/2006/relationships/slideMaster" Target="/ppt/slideMasters/slideMaster1.xml" Id="Rabaabb03face4427" /><Relationship Type="http://schemas.openxmlformats.org/officeDocument/2006/relationships/notesMaster" Target="/ppt/notesMasters/notesMaster1.xml" Id="Rf9fa8f1dfabc4391" /><Relationship Type="http://schemas.openxmlformats.org/officeDocument/2006/relationships/presProps" Target="/ppt/presProps.xml" Id="Ra1396624d9a94c0e" /><Relationship Type="http://schemas.openxmlformats.org/officeDocument/2006/relationships/tableStyles" Target="/ppt/tableStyles.xml" Id="R430c366ee8d94c22" /><Relationship Type="http://schemas.openxmlformats.org/officeDocument/2006/relationships/slide" Target="/ppt/slides/slide1.xml" Id="R682231f53136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9a43a26a794d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3080f90fd4fa5" /><Relationship Type="http://schemas.openxmlformats.org/officeDocument/2006/relationships/notesMaster" Target="/ppt/notesMasters/notesMaster1.xml" Id="R53c155cd20c34c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2c9953cc24b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a8d97932034b9f" /><Relationship Type="http://schemas.openxmlformats.org/officeDocument/2006/relationships/slideLayout" Target="/ppt/slideLayouts/slideLayout1.xml" Id="R44449c4dbc194c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449c4dbc194c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1497d1a5048ab" /><Relationship Type="http://schemas.openxmlformats.org/officeDocument/2006/relationships/notesSlide" Target="/ppt/notesSlides/notesSlide1.xml" Id="R0c7b8850875246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57590B8-1F1F-4B5D-BF98-720F87F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3817BE80-BF84-41EB-A2A5-038716EE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配送系统变量相关性</a:t>
            </a:r>
          </a:p>
        </p:txBody>
      </p:sp>
      <p:sp>
        <p:nvSpPr>
          <p:cNvPr id="3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BA909ABD-9F43-4923-BA85-D9B8DAA6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Pearson 相关系数矩阵</a:t>
            </a:r>
          </a:p>
        </p:txBody>
      </p:sp>
      <p:sp>
        <p:nvSpPr>
          <p:cNvPr id="4" name="heat-row-0">
            <a:extLst xmlns:a="http://schemas.openxmlformats.org/drawingml/2006/main">
              <a:ext uri="{FF2B5EF4-FFF2-40B4-BE49-F238E27FC236}">
                <a16:creationId xmlns:a16="http://schemas.microsoft.com/office/drawing/2014/main" id="{E025DCEA-4F90-4102-9124-28C63D4E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32610"/>
            <a:ext cx="13144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需求强度</a:t>
            </a:r>
          </a:p>
        </p:txBody>
      </p:sp>
      <p:sp>
        <p:nvSpPr>
          <p:cNvPr id="5" name="heat-col-0">
            <a:extLst xmlns:a="http://schemas.openxmlformats.org/drawingml/2006/main">
              <a:ext uri="{FF2B5EF4-FFF2-40B4-BE49-F238E27FC236}">
                <a16:creationId xmlns:a16="http://schemas.microsoft.com/office/drawing/2014/main" id="{CD7411BD-0F8D-4A04-BBBC-A763AEE4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285875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需求强度</a:t>
            </a:r>
          </a:p>
        </p:txBody>
      </p:sp>
      <p:sp>
        <p:nvSpPr>
          <p:cNvPr id="6" name="heat-row-1">
            <a:extLst xmlns:a="http://schemas.openxmlformats.org/drawingml/2006/main">
              <a:ext uri="{FF2B5EF4-FFF2-40B4-BE49-F238E27FC236}">
                <a16:creationId xmlns:a16="http://schemas.microsoft.com/office/drawing/2014/main" id="{3315F4B0-5766-479A-8E84-E71B1808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23160"/>
            <a:ext cx="13144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平均距离</a:t>
            </a:r>
          </a:p>
        </p:txBody>
      </p:sp>
      <p:sp>
        <p:nvSpPr>
          <p:cNvPr id="7" name="heat-col-1">
            <a:extLst xmlns:a="http://schemas.openxmlformats.org/drawingml/2006/main">
              <a:ext uri="{FF2B5EF4-FFF2-40B4-BE49-F238E27FC236}">
                <a16:creationId xmlns:a16="http://schemas.microsoft.com/office/drawing/2014/main" id="{268877AC-025C-4279-9C18-75D0724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285875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平均距离</a:t>
            </a:r>
          </a:p>
        </p:txBody>
      </p:sp>
      <p:sp>
        <p:nvSpPr>
          <p:cNvPr id="8" name="heat-row-2">
            <a:extLst xmlns:a="http://schemas.openxmlformats.org/drawingml/2006/main">
              <a:ext uri="{FF2B5EF4-FFF2-40B4-BE49-F238E27FC236}">
                <a16:creationId xmlns:a16="http://schemas.microsoft.com/office/drawing/2014/main" id="{9837E993-FA0A-4D17-AE94-487BA02D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13710"/>
            <a:ext cx="13144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车辆数</a:t>
            </a:r>
          </a:p>
        </p:txBody>
      </p:sp>
      <p:sp>
        <p:nvSpPr>
          <p:cNvPr id="9" name="heat-col-2">
            <a:extLst xmlns:a="http://schemas.openxmlformats.org/drawingml/2006/main">
              <a:ext uri="{FF2B5EF4-FFF2-40B4-BE49-F238E27FC236}">
                <a16:creationId xmlns:a16="http://schemas.microsoft.com/office/drawing/2014/main" id="{FA0BF32F-3D03-46DE-8207-F79A79D6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85875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车辆数</a:t>
            </a:r>
          </a:p>
        </p:txBody>
      </p:sp>
      <p:sp>
        <p:nvSpPr>
          <p:cNvPr id="10" name="heat-row-3">
            <a:extLst xmlns:a="http://schemas.openxmlformats.org/drawingml/2006/main">
              <a:ext uri="{FF2B5EF4-FFF2-40B4-BE49-F238E27FC236}">
                <a16:creationId xmlns:a16="http://schemas.microsoft.com/office/drawing/2014/main" id="{BCF60D9C-6806-456B-A81B-C758B1D3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04260"/>
            <a:ext cx="13144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服务时长</a:t>
            </a:r>
          </a:p>
        </p:txBody>
      </p:sp>
      <p:sp>
        <p:nvSpPr>
          <p:cNvPr id="11" name="heat-col-3">
            <a:extLst xmlns:a="http://schemas.openxmlformats.org/drawingml/2006/main">
              <a:ext uri="{FF2B5EF4-FFF2-40B4-BE49-F238E27FC236}">
                <a16:creationId xmlns:a16="http://schemas.microsoft.com/office/drawing/2014/main" id="{ECC2037A-E5A1-4EF4-B113-258D761D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285875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服务时长</a:t>
            </a:r>
          </a:p>
        </p:txBody>
      </p:sp>
      <p:sp>
        <p:nvSpPr>
          <p:cNvPr id="12" name="heat-row-4">
            <a:extLst xmlns:a="http://schemas.openxmlformats.org/drawingml/2006/main">
              <a:ext uri="{FF2B5EF4-FFF2-40B4-BE49-F238E27FC236}">
                <a16:creationId xmlns:a16="http://schemas.microsoft.com/office/drawing/2014/main" id="{17CCEA23-47E9-4944-A15F-7E510776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94810"/>
            <a:ext cx="13144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准时率</a:t>
            </a:r>
          </a:p>
        </p:txBody>
      </p:sp>
      <p:sp>
        <p:nvSpPr>
          <p:cNvPr id="13" name="heat-col-4">
            <a:extLst xmlns:a="http://schemas.openxmlformats.org/drawingml/2006/main">
              <a:ext uri="{FF2B5EF4-FFF2-40B4-BE49-F238E27FC236}">
                <a16:creationId xmlns:a16="http://schemas.microsoft.com/office/drawing/2014/main" id="{011DFA9A-D804-4C31-8A42-D7203C01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85875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准时率</a:t>
            </a:r>
          </a:p>
        </p:txBody>
      </p:sp>
      <p:sp>
        <p:nvSpPr>
          <p:cNvPr id="14" name="heat-row-5">
            <a:extLst xmlns:a="http://schemas.openxmlformats.org/drawingml/2006/main">
              <a:ext uri="{FF2B5EF4-FFF2-40B4-BE49-F238E27FC236}">
                <a16:creationId xmlns:a16="http://schemas.microsoft.com/office/drawing/2014/main" id="{1DEF026E-6B0A-4358-9461-477F4424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85360"/>
            <a:ext cx="13144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总成本</a:t>
            </a:r>
          </a:p>
        </p:txBody>
      </p:sp>
      <p:sp>
        <p:nvSpPr>
          <p:cNvPr id="15" name="heat-col-5">
            <a:extLst xmlns:a="http://schemas.openxmlformats.org/drawingml/2006/main">
              <a:ext uri="{FF2B5EF4-FFF2-40B4-BE49-F238E27FC236}">
                <a16:creationId xmlns:a16="http://schemas.microsoft.com/office/drawing/2014/main" id="{AEA0438D-9049-4FD9-8823-CA2A4227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285875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总成本</a:t>
            </a:r>
          </a:p>
        </p:txBody>
      </p:sp>
      <p:sp>
        <p:nvSpPr>
          <p:cNvPr id="16" name="heat-cell-0-0">
            <a:extLst xmlns:a="http://schemas.openxmlformats.org/drawingml/2006/main">
              <a:ext uri="{FF2B5EF4-FFF2-40B4-BE49-F238E27FC236}">
                <a16:creationId xmlns:a16="http://schemas.microsoft.com/office/drawing/2014/main" id="{6C3E7F32-2ABD-49A0-8FD6-0FD7FB00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1.00</a:t>
            </a:r>
          </a:p>
        </p:txBody>
      </p:sp>
      <p:sp>
        <p:nvSpPr>
          <p:cNvPr id="17" name="heat-cell-0-1">
            <a:extLst xmlns:a="http://schemas.openxmlformats.org/drawingml/2006/main">
              <a:ext uri="{FF2B5EF4-FFF2-40B4-BE49-F238E27FC236}">
                <a16:creationId xmlns:a16="http://schemas.microsoft.com/office/drawing/2014/main" id="{ACFB9AFD-B793-4A57-BCD1-4BDFF3B9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7145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4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0.84</a:t>
            </a:r>
          </a:p>
        </p:txBody>
      </p:sp>
      <p:sp>
        <p:nvSpPr>
          <p:cNvPr id="18" name="heat-cell-0-2">
            <a:extLst xmlns:a="http://schemas.openxmlformats.org/drawingml/2006/main">
              <a:ext uri="{FF2B5EF4-FFF2-40B4-BE49-F238E27FC236}">
                <a16:creationId xmlns:a16="http://schemas.microsoft.com/office/drawing/2014/main" id="{E659A5D8-ECC6-4C13-8B4A-3ED9442A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145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4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0.94</a:t>
            </a:r>
          </a:p>
        </p:txBody>
      </p:sp>
      <p:sp>
        <p:nvSpPr>
          <p:cNvPr id="19" name="heat-cell-0-3">
            <a:extLst xmlns:a="http://schemas.openxmlformats.org/drawingml/2006/main">
              <a:ext uri="{FF2B5EF4-FFF2-40B4-BE49-F238E27FC236}">
                <a16:creationId xmlns:a16="http://schemas.microsoft.com/office/drawing/2014/main" id="{EB58E55F-073D-4E6C-962A-F809C6FC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C6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0.99</a:t>
            </a:r>
          </a:p>
        </p:txBody>
      </p:sp>
      <p:sp>
        <p:nvSpPr>
          <p:cNvPr id="20" name="heat-cell-0-4">
            <a:extLst xmlns:a="http://schemas.openxmlformats.org/drawingml/2006/main">
              <a:ext uri="{FF2B5EF4-FFF2-40B4-BE49-F238E27FC236}">
                <a16:creationId xmlns:a16="http://schemas.microsoft.com/office/drawing/2014/main" id="{CBEDBDDF-BFC5-4DF6-A416-288A0733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145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4B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-0.91</a:t>
            </a:r>
          </a:p>
        </p:txBody>
      </p:sp>
      <p:sp>
        <p:nvSpPr>
          <p:cNvPr id="21" name="heat-cell-0-5">
            <a:extLst xmlns:a="http://schemas.openxmlformats.org/drawingml/2006/main">
              <a:ext uri="{FF2B5EF4-FFF2-40B4-BE49-F238E27FC236}">
                <a16:creationId xmlns:a16="http://schemas.microsoft.com/office/drawing/2014/main" id="{9377A099-A70D-45B6-9275-9DC0AAE9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145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B6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1.00</a:t>
            </a:r>
          </a:p>
        </p:txBody>
      </p:sp>
      <p:sp>
        <p:nvSpPr>
          <p:cNvPr id="22" name="heat-cell-1-0">
            <a:extLst xmlns:a="http://schemas.openxmlformats.org/drawingml/2006/main">
              <a:ext uri="{FF2B5EF4-FFF2-40B4-BE49-F238E27FC236}">
                <a16:creationId xmlns:a16="http://schemas.microsoft.com/office/drawing/2014/main" id="{E686721F-2DAF-4DA6-BFC6-15F6F189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4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0.84</a:t>
            </a:r>
          </a:p>
        </p:txBody>
      </p:sp>
      <p:sp>
        <p:nvSpPr>
          <p:cNvPr id="23" name="heat-cell-1-1">
            <a:extLst xmlns:a="http://schemas.openxmlformats.org/drawingml/2006/main">
              <a:ext uri="{FF2B5EF4-FFF2-40B4-BE49-F238E27FC236}">
                <a16:creationId xmlns:a16="http://schemas.microsoft.com/office/drawing/2014/main" id="{09120E69-B03A-4741-9A24-870E8C2D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050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1.00</a:t>
            </a:r>
          </a:p>
        </p:txBody>
      </p:sp>
      <p:sp>
        <p:nvSpPr>
          <p:cNvPr id="24" name="heat-cell-1-2">
            <a:extLst xmlns:a="http://schemas.openxmlformats.org/drawingml/2006/main">
              <a:ext uri="{FF2B5EF4-FFF2-40B4-BE49-F238E27FC236}">
                <a16:creationId xmlns:a16="http://schemas.microsoft.com/office/drawing/2014/main" id="{E7B961EB-853E-430B-9DB4-1EC90CA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89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0.62</a:t>
            </a:r>
          </a:p>
        </p:txBody>
      </p:sp>
      <p:sp>
        <p:nvSpPr>
          <p:cNvPr id="25" name="heat-cell-1-3">
            <a:extLst xmlns:a="http://schemas.openxmlformats.org/drawingml/2006/main">
              <a:ext uri="{FF2B5EF4-FFF2-40B4-BE49-F238E27FC236}">
                <a16:creationId xmlns:a16="http://schemas.microsoft.com/office/drawing/2014/main" id="{8D3C4337-0E41-4FAB-B3A1-03C6A4A6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F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0.77</a:t>
            </a:r>
          </a:p>
        </p:txBody>
      </p:sp>
      <p:sp>
        <p:nvSpPr>
          <p:cNvPr id="26" name="heat-cell-1-4">
            <a:extLst xmlns:a="http://schemas.openxmlformats.org/drawingml/2006/main">
              <a:ext uri="{FF2B5EF4-FFF2-40B4-BE49-F238E27FC236}">
                <a16:creationId xmlns:a16="http://schemas.microsoft.com/office/drawing/2014/main" id="{5AC9BE6D-727F-4151-9051-D6BA9483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AB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-0.98</a:t>
            </a:r>
          </a:p>
        </p:txBody>
      </p:sp>
      <p:sp>
        <p:nvSpPr>
          <p:cNvPr id="27" name="heat-cell-1-5">
            <a:extLst xmlns:a="http://schemas.openxmlformats.org/drawingml/2006/main">
              <a:ext uri="{FF2B5EF4-FFF2-40B4-BE49-F238E27FC236}">
                <a16:creationId xmlns:a16="http://schemas.microsoft.com/office/drawing/2014/main" id="{CFFD34BC-6DD4-4785-9C02-C74B02CE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050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E7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0.88</a:t>
            </a:r>
          </a:p>
        </p:txBody>
      </p:sp>
      <p:sp>
        <p:nvSpPr>
          <p:cNvPr id="28" name="heat-cell-2-0">
            <a:extLst xmlns:a="http://schemas.openxmlformats.org/drawingml/2006/main">
              <a:ext uri="{FF2B5EF4-FFF2-40B4-BE49-F238E27FC236}">
                <a16:creationId xmlns:a16="http://schemas.microsoft.com/office/drawing/2014/main" id="{079F8366-3045-4D0D-AB88-C9FDF897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95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4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0.94</a:t>
            </a:r>
          </a:p>
        </p:txBody>
      </p:sp>
      <p:sp>
        <p:nvSpPr>
          <p:cNvPr id="29" name="heat-cell-2-1">
            <a:extLst xmlns:a="http://schemas.openxmlformats.org/drawingml/2006/main">
              <a:ext uri="{FF2B5EF4-FFF2-40B4-BE49-F238E27FC236}">
                <a16:creationId xmlns:a16="http://schemas.microsoft.com/office/drawing/2014/main" id="{7BD37E4A-C594-4CAB-BE9D-BE7D7A17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95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89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0.62</a:t>
            </a:r>
          </a:p>
        </p:txBody>
      </p:sp>
      <p:sp>
        <p:nvSpPr>
          <p:cNvPr id="30" name="heat-cell-2-2">
            <a:extLst xmlns:a="http://schemas.openxmlformats.org/drawingml/2006/main">
              <a:ext uri="{FF2B5EF4-FFF2-40B4-BE49-F238E27FC236}">
                <a16:creationId xmlns:a16="http://schemas.microsoft.com/office/drawing/2014/main" id="{C0BDB894-715C-4210-9CFF-2B20CAF8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95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1.00</a:t>
            </a:r>
          </a:p>
        </p:txBody>
      </p:sp>
      <p:sp>
        <p:nvSpPr>
          <p:cNvPr id="31" name="heat-cell-2-3">
            <a:extLst xmlns:a="http://schemas.openxmlformats.org/drawingml/2006/main">
              <a:ext uri="{FF2B5EF4-FFF2-40B4-BE49-F238E27FC236}">
                <a16:creationId xmlns:a16="http://schemas.microsoft.com/office/drawing/2014/main" id="{F7A96E14-B591-4D11-A619-FD1300FA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E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0.97</a:t>
            </a:r>
          </a:p>
        </p:txBody>
      </p:sp>
      <p:sp>
        <p:nvSpPr>
          <p:cNvPr id="32" name="heat-cell-2-4">
            <a:extLst xmlns:a="http://schemas.openxmlformats.org/drawingml/2006/main">
              <a:ext uri="{FF2B5EF4-FFF2-40B4-BE49-F238E27FC236}">
                <a16:creationId xmlns:a16="http://schemas.microsoft.com/office/drawing/2014/main" id="{A734C17F-7815-4C77-B336-C440406B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EC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-0.72</a:t>
            </a:r>
          </a:p>
        </p:txBody>
      </p:sp>
      <p:sp>
        <p:nvSpPr>
          <p:cNvPr id="33" name="heat-cell-2-5">
            <a:extLst xmlns:a="http://schemas.openxmlformats.org/drawingml/2006/main">
              <a:ext uri="{FF2B5EF4-FFF2-40B4-BE49-F238E27FC236}">
                <a16:creationId xmlns:a16="http://schemas.microsoft.com/office/drawing/2014/main" id="{30AFDFA4-932B-41BC-B41F-5A8E840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95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8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0.91</a:t>
            </a:r>
          </a:p>
        </p:txBody>
      </p:sp>
      <p:sp>
        <p:nvSpPr>
          <p:cNvPr id="34" name="heat-cell-3-0">
            <a:extLst xmlns:a="http://schemas.openxmlformats.org/drawingml/2006/main">
              <a:ext uri="{FF2B5EF4-FFF2-40B4-BE49-F238E27FC236}">
                <a16:creationId xmlns:a16="http://schemas.microsoft.com/office/drawing/2014/main" id="{C52B0F0D-1BCA-46E3-BB30-883AB7D3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C6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0.99</a:t>
            </a:r>
          </a:p>
        </p:txBody>
      </p:sp>
      <p:sp>
        <p:nvSpPr>
          <p:cNvPr id="35" name="heat-cell-3-1">
            <a:extLst xmlns:a="http://schemas.openxmlformats.org/drawingml/2006/main">
              <a:ext uri="{FF2B5EF4-FFF2-40B4-BE49-F238E27FC236}">
                <a16:creationId xmlns:a16="http://schemas.microsoft.com/office/drawing/2014/main" id="{EFD1CE43-86B5-4357-98FE-48663739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861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F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0.77</a:t>
            </a:r>
          </a:p>
        </p:txBody>
      </p:sp>
      <p:sp>
        <p:nvSpPr>
          <p:cNvPr id="36" name="heat-cell-3-2">
            <a:extLst xmlns:a="http://schemas.openxmlformats.org/drawingml/2006/main">
              <a:ext uri="{FF2B5EF4-FFF2-40B4-BE49-F238E27FC236}">
                <a16:creationId xmlns:a16="http://schemas.microsoft.com/office/drawing/2014/main" id="{7428353D-B7D5-4AB1-9DF0-28F85AA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861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E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0.97</a:t>
            </a:r>
          </a:p>
        </p:txBody>
      </p:sp>
      <p:sp>
        <p:nvSpPr>
          <p:cNvPr id="37" name="heat-cell-3-3">
            <a:extLst xmlns:a="http://schemas.openxmlformats.org/drawingml/2006/main">
              <a:ext uri="{FF2B5EF4-FFF2-40B4-BE49-F238E27FC236}">
                <a16:creationId xmlns:a16="http://schemas.microsoft.com/office/drawing/2014/main" id="{3B410258-BF23-47ED-A8DF-2C7BA791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1.00</a:t>
            </a:r>
          </a:p>
        </p:txBody>
      </p:sp>
      <p:sp>
        <p:nvSpPr>
          <p:cNvPr id="38" name="heat-cell-3-4">
            <a:extLst xmlns:a="http://schemas.openxmlformats.org/drawingml/2006/main">
              <a:ext uri="{FF2B5EF4-FFF2-40B4-BE49-F238E27FC236}">
                <a16:creationId xmlns:a16="http://schemas.microsoft.com/office/drawing/2014/main" id="{20BF5959-D961-4161-B985-AF574FDD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8CC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-0.85</a:t>
            </a:r>
          </a:p>
        </p:txBody>
      </p:sp>
      <p:sp>
        <p:nvSpPr>
          <p:cNvPr id="39" name="heat-cell-3-5">
            <a:extLst xmlns:a="http://schemas.openxmlformats.org/drawingml/2006/main">
              <a:ext uri="{FF2B5EF4-FFF2-40B4-BE49-F238E27FC236}">
                <a16:creationId xmlns:a16="http://schemas.microsoft.com/office/drawing/2014/main" id="{9D154945-431D-4AB9-8F66-FC1DF3BE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6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0.98</a:t>
            </a:r>
          </a:p>
        </p:txBody>
      </p:sp>
      <p:sp>
        <p:nvSpPr>
          <p:cNvPr id="40" name="heat-cell-4-0">
            <a:extLst xmlns:a="http://schemas.openxmlformats.org/drawingml/2006/main">
              <a:ext uri="{FF2B5EF4-FFF2-40B4-BE49-F238E27FC236}">
                <a16:creationId xmlns:a16="http://schemas.microsoft.com/office/drawing/2014/main" id="{AEDC8053-FD64-4152-BE0D-6B2D99E8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767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4B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-0.91</a:t>
            </a:r>
          </a:p>
        </p:txBody>
      </p:sp>
      <p:sp>
        <p:nvSpPr>
          <p:cNvPr id="41" name="heat-cell-4-1">
            <a:extLst xmlns:a="http://schemas.openxmlformats.org/drawingml/2006/main">
              <a:ext uri="{FF2B5EF4-FFF2-40B4-BE49-F238E27FC236}">
                <a16:creationId xmlns:a16="http://schemas.microsoft.com/office/drawing/2014/main" id="{DA287400-ED25-42A8-9B4C-1D600761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767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AB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-0.98</a:t>
            </a:r>
          </a:p>
        </p:txBody>
      </p:sp>
      <p:sp>
        <p:nvSpPr>
          <p:cNvPr id="42" name="heat-cell-4-2">
            <a:extLst xmlns:a="http://schemas.openxmlformats.org/drawingml/2006/main">
              <a:ext uri="{FF2B5EF4-FFF2-40B4-BE49-F238E27FC236}">
                <a16:creationId xmlns:a16="http://schemas.microsoft.com/office/drawing/2014/main" id="{BAE55220-D13B-4990-A20E-D6EEDBF4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EC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-0.72</a:t>
            </a:r>
          </a:p>
        </p:txBody>
      </p:sp>
      <p:sp>
        <p:nvSpPr>
          <p:cNvPr id="43" name="heat-cell-4-3">
            <a:extLst xmlns:a="http://schemas.openxmlformats.org/drawingml/2006/main">
              <a:ext uri="{FF2B5EF4-FFF2-40B4-BE49-F238E27FC236}">
                <a16:creationId xmlns:a16="http://schemas.microsoft.com/office/drawing/2014/main" id="{95526661-EB3B-4F60-AA84-C4D8B6EC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8CC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-0.85</a:t>
            </a:r>
          </a:p>
        </p:txBody>
      </p:sp>
      <p:sp>
        <p:nvSpPr>
          <p:cNvPr id="44" name="heat-cell-4-4">
            <a:extLst xmlns:a="http://schemas.openxmlformats.org/drawingml/2006/main">
              <a:ext uri="{FF2B5EF4-FFF2-40B4-BE49-F238E27FC236}">
                <a16:creationId xmlns:a16="http://schemas.microsoft.com/office/drawing/2014/main" id="{AAD0D37F-0CA3-4CBD-9E74-B604EE88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1.00</a:t>
            </a:r>
          </a:p>
        </p:txBody>
      </p:sp>
      <p:sp>
        <p:nvSpPr>
          <p:cNvPr id="45" name="heat-cell-4-5">
            <a:extLst xmlns:a="http://schemas.openxmlformats.org/drawingml/2006/main">
              <a:ext uri="{FF2B5EF4-FFF2-40B4-BE49-F238E27FC236}">
                <a16:creationId xmlns:a16="http://schemas.microsoft.com/office/drawing/2014/main" id="{914E2EA1-F375-4DDD-A236-E8AFC150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767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81B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-0.94</a:t>
            </a:r>
          </a:p>
        </p:txBody>
      </p:sp>
      <p:sp>
        <p:nvSpPr>
          <p:cNvPr id="46" name="heat-cell-5-0">
            <a:extLst xmlns:a="http://schemas.openxmlformats.org/drawingml/2006/main">
              <a:ext uri="{FF2B5EF4-FFF2-40B4-BE49-F238E27FC236}">
                <a16:creationId xmlns:a16="http://schemas.microsoft.com/office/drawing/2014/main" id="{11D4A38E-C82B-422E-809D-23120555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672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B6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1.00</a:t>
            </a:r>
          </a:p>
        </p:txBody>
      </p:sp>
      <p:sp>
        <p:nvSpPr>
          <p:cNvPr id="47" name="heat-cell-5-1">
            <a:extLst xmlns:a="http://schemas.openxmlformats.org/drawingml/2006/main">
              <a:ext uri="{FF2B5EF4-FFF2-40B4-BE49-F238E27FC236}">
                <a16:creationId xmlns:a16="http://schemas.microsoft.com/office/drawing/2014/main" id="{0D82ACB0-C887-4A8E-A270-4DFE60C5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72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E7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0.88</a:t>
            </a:r>
          </a:p>
        </p:txBody>
      </p:sp>
      <p:sp>
        <p:nvSpPr>
          <p:cNvPr id="48" name="heat-cell-5-2">
            <a:extLst xmlns:a="http://schemas.openxmlformats.org/drawingml/2006/main">
              <a:ext uri="{FF2B5EF4-FFF2-40B4-BE49-F238E27FC236}">
                <a16:creationId xmlns:a16="http://schemas.microsoft.com/office/drawing/2014/main" id="{369A1F2C-9745-4816-A9DE-E5F89E98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672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8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0.91</a:t>
            </a:r>
          </a:p>
        </p:txBody>
      </p:sp>
      <p:sp>
        <p:nvSpPr>
          <p:cNvPr id="49" name="heat-cell-5-3">
            <a:extLst xmlns:a="http://schemas.openxmlformats.org/drawingml/2006/main">
              <a:ext uri="{FF2B5EF4-FFF2-40B4-BE49-F238E27FC236}">
                <a16:creationId xmlns:a16="http://schemas.microsoft.com/office/drawing/2014/main" id="{D7D19BAF-AAFC-4C56-92D0-46EC52B3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6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0.98</a:t>
            </a:r>
          </a:p>
        </p:txBody>
      </p:sp>
      <p:sp>
        <p:nvSpPr>
          <p:cNvPr id="50" name="heat-cell-5-4">
            <a:extLst xmlns:a="http://schemas.openxmlformats.org/drawingml/2006/main">
              <a:ext uri="{FF2B5EF4-FFF2-40B4-BE49-F238E27FC236}">
                <a16:creationId xmlns:a16="http://schemas.microsoft.com/office/drawing/2014/main" id="{1E21AC9A-C1F4-4721-B1AC-E0C6347F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672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81B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-0.94</a:t>
            </a:r>
          </a:p>
        </p:txBody>
      </p:sp>
      <p:sp>
        <p:nvSpPr>
          <p:cNvPr id="51" name="heat-cell-5-5">
            <a:extLst xmlns:a="http://schemas.openxmlformats.org/drawingml/2006/main">
              <a:ext uri="{FF2B5EF4-FFF2-40B4-BE49-F238E27FC236}">
                <a16:creationId xmlns:a16="http://schemas.microsoft.com/office/drawing/2014/main" id="{BD6C65BB-B5DD-40FF-8E77-59B8762D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672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1.00</a:t>
            </a:r>
          </a:p>
        </p:txBody>
      </p:sp>
    </p:spTree>
    <p:extLst>
      <p:ext uri="{BB962C8B-B14F-4D97-AF65-F5344CB8AC3E}">
        <p14:creationId xmlns:p14="http://schemas.microsoft.com/office/powerpoint/2010/main" val="1035570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2026-07-24T09:46:45.9310000Z</dcterms:created>
  <dcterms:modified xsi:type="dcterms:W3CDTF">2026-07-24T09:46:45.9310000Z</dcterms:modified>
</coreProperties>
</file>