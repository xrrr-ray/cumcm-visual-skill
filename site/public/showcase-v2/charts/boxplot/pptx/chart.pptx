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59bf155884ca7" /><Relationship Type="http://schemas.openxmlformats.org/officeDocument/2006/relationships/extended-properties" Target="/docProps/app.xml" Id="R3e86f9f2fbfc4a92" /><Relationship Type="http://schemas.openxmlformats.org/officeDocument/2006/relationships/officeDocument" Target="/ppt/presentation.xml" Id="R6d766a1cd8b1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65c88569f4d39"/>
  </p:sldMasterIdLst>
  <p:notesMasterIdLst>
    <p:notesMasterId xmlns:r="http://schemas.openxmlformats.org/officeDocument/2006/relationships" r:id="Rfbc8e372a9344246"/>
  </p:notesMasterIdLst>
  <p:sldIdLst>
    <p:sldId xmlns:r="http://schemas.openxmlformats.org/officeDocument/2006/relationships" id="256" r:id="Rb5897cd35cc8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a27cbdf0c41f1" /><Relationship Type="http://schemas.openxmlformats.org/officeDocument/2006/relationships/slideMaster" Target="/ppt/slideMasters/slideMaster1.xml" Id="R83065c88569f4d39" /><Relationship Type="http://schemas.openxmlformats.org/officeDocument/2006/relationships/notesMaster" Target="/ppt/notesMasters/notesMaster1.xml" Id="Rfbc8e372a9344246" /><Relationship Type="http://schemas.openxmlformats.org/officeDocument/2006/relationships/presProps" Target="/ppt/presProps.xml" Id="R90ed53ef34874fca" /><Relationship Type="http://schemas.openxmlformats.org/officeDocument/2006/relationships/tableStyles" Target="/ppt/tableStyles.xml" Id="R7918e45c2e2a4562" /><Relationship Type="http://schemas.openxmlformats.org/officeDocument/2006/relationships/slide" Target="/ppt/slides/slide1.xml" Id="Rb5897cd35cc8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944b64803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0f520656d4945" /><Relationship Type="http://schemas.openxmlformats.org/officeDocument/2006/relationships/notesMaster" Target="/ppt/notesMasters/notesMaster1.xml" Id="R4e21dc1970ec4f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761d24b24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95f25f4174ec8" /><Relationship Type="http://schemas.openxmlformats.org/officeDocument/2006/relationships/slideLayout" Target="/ppt/slideLayouts/slideLayout1.xml" Id="Re614d3fb0569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14d3fb0569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43a49ef3d44b9" /><Relationship Type="http://schemas.openxmlformats.org/officeDocument/2006/relationships/notesSlide" Target="/ppt/notesSlides/notesSlide1.xml" Id="R7e0b26f9807e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42D2EA2-B34A-4EF0-B546-3E3CAAFA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F7330A9-05BC-43A4-B6DB-A634308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不同算法交叉验证准确率分布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5CFCFB44-321A-48E3-A754-D42DF95E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中位数、四分位区间与离群点</a:t>
            </a:r>
          </a:p>
        </p:txBody>
      </p:sp>
      <p:sp>
        <p:nvSpPr>
          <p:cNvPr id="4" name="box-grid-0">
            <a:extLst xmlns:a="http://schemas.openxmlformats.org/drawingml/2006/main">
              <a:ext uri="{FF2B5EF4-FFF2-40B4-BE49-F238E27FC236}">
                <a16:creationId xmlns:a16="http://schemas.microsoft.com/office/drawing/2014/main" id="{F6FD18F1-A3D0-4985-8355-EB1CF3E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box-y-0">
            <a:extLst xmlns:a="http://schemas.openxmlformats.org/drawingml/2006/main">
              <a:ext uri="{FF2B5EF4-FFF2-40B4-BE49-F238E27FC236}">
                <a16:creationId xmlns:a16="http://schemas.microsoft.com/office/drawing/2014/main" id="{4B321E17-6B7A-4CFC-B1F0-A12CA84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0.781</a:t>
            </a:r>
          </a:p>
        </p:txBody>
      </p:sp>
      <p:sp>
        <p:nvSpPr>
          <p:cNvPr id="6" name="box-grid-1">
            <a:extLst xmlns:a="http://schemas.openxmlformats.org/drawingml/2006/main">
              <a:ext uri="{FF2B5EF4-FFF2-40B4-BE49-F238E27FC236}">
                <a16:creationId xmlns:a16="http://schemas.microsoft.com/office/drawing/2014/main" id="{5F123521-D6A7-4963-939B-DC3A4CC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box-y-1">
            <a:extLst xmlns:a="http://schemas.openxmlformats.org/drawingml/2006/main">
              <a:ext uri="{FF2B5EF4-FFF2-40B4-BE49-F238E27FC236}">
                <a16:creationId xmlns:a16="http://schemas.microsoft.com/office/drawing/2014/main" id="{2DCFB05C-B438-4F47-B014-63A557A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8" name="box-grid-2">
            <a:extLst xmlns:a="http://schemas.openxmlformats.org/drawingml/2006/main">
              <a:ext uri="{FF2B5EF4-FFF2-40B4-BE49-F238E27FC236}">
                <a16:creationId xmlns:a16="http://schemas.microsoft.com/office/drawing/2014/main" id="{C399BCBC-8382-473E-912A-746FFF7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9" name="box-y-2">
            <a:extLst xmlns:a="http://schemas.openxmlformats.org/drawingml/2006/main">
              <a:ext uri="{FF2B5EF4-FFF2-40B4-BE49-F238E27FC236}">
                <a16:creationId xmlns:a16="http://schemas.microsoft.com/office/drawing/2014/main" id="{BF7770BE-C948-4061-8E0D-AEE512D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0.838</a:t>
            </a:r>
          </a:p>
        </p:txBody>
      </p:sp>
      <p:sp>
        <p:nvSpPr>
          <p:cNvPr id="10" name="box-grid-3">
            <a:extLst xmlns:a="http://schemas.openxmlformats.org/drawingml/2006/main">
              <a:ext uri="{FF2B5EF4-FFF2-40B4-BE49-F238E27FC236}">
                <a16:creationId xmlns:a16="http://schemas.microsoft.com/office/drawing/2014/main" id="{BD8E14F5-28EC-43B3-9BDB-E1B02A8E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1" name="box-y-3">
            <a:extLst xmlns:a="http://schemas.openxmlformats.org/drawingml/2006/main">
              <a:ext uri="{FF2B5EF4-FFF2-40B4-BE49-F238E27FC236}">
                <a16:creationId xmlns:a16="http://schemas.microsoft.com/office/drawing/2014/main" id="{CD1D493B-22AB-470B-B71D-5B97B275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0.867</a:t>
            </a:r>
          </a:p>
        </p:txBody>
      </p:sp>
      <p:sp>
        <p:nvSpPr>
          <p:cNvPr id="12" name="box-grid-4">
            <a:extLst xmlns:a="http://schemas.openxmlformats.org/drawingml/2006/main">
              <a:ext uri="{FF2B5EF4-FFF2-40B4-BE49-F238E27FC236}">
                <a16:creationId xmlns:a16="http://schemas.microsoft.com/office/drawing/2014/main" id="{EE9FC9AC-2E0E-4F0F-9107-36DC980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3" name="box-y-4">
            <a:extLst xmlns:a="http://schemas.openxmlformats.org/drawingml/2006/main">
              <a:ext uri="{FF2B5EF4-FFF2-40B4-BE49-F238E27FC236}">
                <a16:creationId xmlns:a16="http://schemas.microsoft.com/office/drawing/2014/main" id="{B5966B64-F018-4E28-9238-4ABA013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0.895</a:t>
            </a:r>
          </a:p>
        </p:txBody>
      </p:sp>
      <p:sp>
        <p:nvSpPr>
          <p:cNvPr id="14" name="box-grid-5">
            <a:extLst xmlns:a="http://schemas.openxmlformats.org/drawingml/2006/main">
              <a:ext uri="{FF2B5EF4-FFF2-40B4-BE49-F238E27FC236}">
                <a16:creationId xmlns:a16="http://schemas.microsoft.com/office/drawing/2014/main" id="{4F5FE7CC-DF4E-481C-A572-E627D5C0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5" name="box-y-5">
            <a:extLst xmlns:a="http://schemas.openxmlformats.org/drawingml/2006/main">
              <a:ext uri="{FF2B5EF4-FFF2-40B4-BE49-F238E27FC236}">
                <a16:creationId xmlns:a16="http://schemas.microsoft.com/office/drawing/2014/main" id="{0BFD153C-75E5-4B47-8575-C07D512D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0.924</a:t>
            </a:r>
          </a:p>
        </p:txBody>
      </p:sp>
      <p:sp>
        <p:nvSpPr>
          <p:cNvPr id="16" name="box-whisker-0">
            <a:extLst xmlns:a="http://schemas.openxmlformats.org/drawingml/2006/main">
              <a:ext uri="{FF2B5EF4-FFF2-40B4-BE49-F238E27FC236}">
                <a16:creationId xmlns:a16="http://schemas.microsoft.com/office/drawing/2014/main" id="{0A1D93F1-623A-4F8A-A8B0-10D0DF6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8183"/>
            <a:ext cx="0" cy="12343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17" name="box-cap-max-0">
            <a:extLst xmlns:a="http://schemas.openxmlformats.org/drawingml/2006/main">
              <a:ext uri="{FF2B5EF4-FFF2-40B4-BE49-F238E27FC236}">
                <a16:creationId xmlns:a16="http://schemas.microsoft.com/office/drawing/2014/main" id="{58C9A9B6-E730-4B74-BBD7-34B04C8A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4198183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18" name="box-cap-min-0">
            <a:extLst xmlns:a="http://schemas.openxmlformats.org/drawingml/2006/main">
              <a:ext uri="{FF2B5EF4-FFF2-40B4-BE49-F238E27FC236}">
                <a16:creationId xmlns:a16="http://schemas.microsoft.com/office/drawing/2014/main" id="{532CEECA-A91A-44AD-91BA-7642CDF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5432534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19" name="box-iqr-0">
            <a:extLst xmlns:a="http://schemas.openxmlformats.org/drawingml/2006/main">
              <a:ext uri="{FF2B5EF4-FFF2-40B4-BE49-F238E27FC236}">
                <a16:creationId xmlns:a16="http://schemas.microsoft.com/office/drawing/2014/main" id="{9224A726-30FF-4469-BE30-A230AD0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6301"/>
            <a:ext cx="1143000" cy="459294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20" name="box-median-0">
            <a:extLst xmlns:a="http://schemas.openxmlformats.org/drawingml/2006/main">
              <a:ext uri="{FF2B5EF4-FFF2-40B4-BE49-F238E27FC236}">
                <a16:creationId xmlns:a16="http://schemas.microsoft.com/office/drawing/2014/main" id="{6DD3634D-4E6F-4E4B-9654-A64A23D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0006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7A7"/>
            </a:solidFill>
            <a:prstDash val="solid"/>
          </a:ln>
        </p:spPr>
      </p:sp>
      <p:sp>
        <p:nvSpPr>
          <p:cNvPr id="21" name="box-x-0">
            <a:extLst xmlns:a="http://schemas.openxmlformats.org/drawingml/2006/main">
              <a:ext uri="{FF2B5EF4-FFF2-40B4-BE49-F238E27FC236}">
                <a16:creationId xmlns:a16="http://schemas.microsoft.com/office/drawing/2014/main" id="{64AFF534-7FEB-4A2F-93C2-1705520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" y="5829300"/>
            <a:ext cx="27203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基线模型</a:t>
            </a:r>
          </a:p>
        </p:txBody>
      </p:sp>
      <p:sp>
        <p:nvSpPr>
          <p:cNvPr id="22" name="box-whisker-1">
            <a:extLst xmlns:a="http://schemas.openxmlformats.org/drawingml/2006/main">
              <a:ext uri="{FF2B5EF4-FFF2-40B4-BE49-F238E27FC236}">
                <a16:creationId xmlns:a16="http://schemas.microsoft.com/office/drawing/2014/main" id="{1D9AB6B7-5864-4020-82CF-5910B79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1597"/>
            <a:ext cx="0" cy="11769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856D"/>
            </a:solidFill>
            <a:prstDash val="solid"/>
          </a:ln>
        </p:spPr>
      </p:sp>
      <p:sp>
        <p:nvSpPr>
          <p:cNvPr id="23" name="box-cap-max-1">
            <a:extLst xmlns:a="http://schemas.openxmlformats.org/drawingml/2006/main">
              <a:ext uri="{FF2B5EF4-FFF2-40B4-BE49-F238E27FC236}">
                <a16:creationId xmlns:a16="http://schemas.microsoft.com/office/drawing/2014/main" id="{8F4477A4-87C6-4CBD-97E4-BD82DD9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2791597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856D"/>
            </a:solidFill>
            <a:prstDash val="solid"/>
          </a:ln>
        </p:spPr>
      </p:sp>
      <p:sp>
        <p:nvSpPr>
          <p:cNvPr id="24" name="box-cap-min-1">
            <a:extLst xmlns:a="http://schemas.openxmlformats.org/drawingml/2006/main">
              <a:ext uri="{FF2B5EF4-FFF2-40B4-BE49-F238E27FC236}">
                <a16:creationId xmlns:a16="http://schemas.microsoft.com/office/drawing/2014/main" id="{16A3240C-D369-43EF-8A5D-1882F1F1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3968536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856D"/>
            </a:solidFill>
            <a:prstDash val="solid"/>
          </a:ln>
        </p:spPr>
      </p:sp>
      <p:sp>
        <p:nvSpPr>
          <p:cNvPr id="25" name="box-iqr-1">
            <a:extLst xmlns:a="http://schemas.openxmlformats.org/drawingml/2006/main">
              <a:ext uri="{FF2B5EF4-FFF2-40B4-BE49-F238E27FC236}">
                <a16:creationId xmlns:a16="http://schemas.microsoft.com/office/drawing/2014/main" id="{1C2550D6-7080-43D2-895A-E393319F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4067"/>
            <a:ext cx="1143000" cy="452117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23856D"/>
            </a:solidFill>
            <a:prstDash val="solid"/>
          </a:ln>
        </p:spPr>
      </p:sp>
      <p:sp>
        <p:nvSpPr>
          <p:cNvPr id="26" name="box-median-1">
            <a:extLst xmlns:a="http://schemas.openxmlformats.org/drawingml/2006/main">
              <a:ext uri="{FF2B5EF4-FFF2-40B4-BE49-F238E27FC236}">
                <a16:creationId xmlns:a16="http://schemas.microsoft.com/office/drawing/2014/main" id="{1317C656-61C8-43A7-8D6F-70954B34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79126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856D"/>
            </a:solidFill>
            <a:prstDash val="solid"/>
          </a:ln>
        </p:spPr>
      </p:sp>
      <p:sp>
        <p:nvSpPr>
          <p:cNvPr id="27" name="box-x-1">
            <a:extLst xmlns:a="http://schemas.openxmlformats.org/drawingml/2006/main">
              <a:ext uri="{FF2B5EF4-FFF2-40B4-BE49-F238E27FC236}">
                <a16:creationId xmlns:a16="http://schemas.microsoft.com/office/drawing/2014/main" id="{35E9C513-959A-45D4-94D3-960A0E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5829300"/>
            <a:ext cx="27203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改进模型</a:t>
            </a:r>
          </a:p>
        </p:txBody>
      </p:sp>
      <p:sp>
        <p:nvSpPr>
          <p:cNvPr id="28" name="box-whisker-2">
            <a:extLst xmlns:a="http://schemas.openxmlformats.org/drawingml/2006/main">
              <a:ext uri="{FF2B5EF4-FFF2-40B4-BE49-F238E27FC236}">
                <a16:creationId xmlns:a16="http://schemas.microsoft.com/office/drawing/2014/main" id="{16690034-0B21-4D74-880E-B1E0F39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1716"/>
            <a:ext cx="0" cy="11769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07A2D"/>
            </a:solidFill>
            <a:prstDash val="solid"/>
          </a:ln>
        </p:spPr>
      </p:sp>
      <p:sp>
        <p:nvSpPr>
          <p:cNvPr id="29" name="box-cap-max-2">
            <a:extLst xmlns:a="http://schemas.openxmlformats.org/drawingml/2006/main">
              <a:ext uri="{FF2B5EF4-FFF2-40B4-BE49-F238E27FC236}">
                <a16:creationId xmlns:a16="http://schemas.microsoft.com/office/drawing/2014/main" id="{81DD1DEB-3717-4BFF-B512-D07F543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460" y="1901716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07A2D"/>
            </a:solidFill>
            <a:prstDash val="solid"/>
          </a:ln>
        </p:spPr>
      </p:sp>
      <p:sp>
        <p:nvSpPr>
          <p:cNvPr id="30" name="box-cap-min-2">
            <a:extLst xmlns:a="http://schemas.openxmlformats.org/drawingml/2006/main">
              <a:ext uri="{FF2B5EF4-FFF2-40B4-BE49-F238E27FC236}">
                <a16:creationId xmlns:a16="http://schemas.microsoft.com/office/drawing/2014/main" id="{8C5FA9B2-57C1-4152-85D2-ECE2A73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460" y="3078655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07A2D"/>
            </a:solidFill>
            <a:prstDash val="solid"/>
          </a:ln>
        </p:spPr>
      </p:sp>
      <p:sp>
        <p:nvSpPr>
          <p:cNvPr id="31" name="box-iqr-2">
            <a:extLst xmlns:a="http://schemas.openxmlformats.org/drawingml/2006/main">
              <a:ext uri="{FF2B5EF4-FFF2-40B4-BE49-F238E27FC236}">
                <a16:creationId xmlns:a16="http://schemas.microsoft.com/office/drawing/2014/main" id="{F7EE7B87-9922-4D63-ACDF-0CD1937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10303"/>
            <a:ext cx="1143000" cy="366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D07A2D"/>
            </a:solidFill>
            <a:prstDash val="solid"/>
          </a:ln>
        </p:spPr>
      </p:sp>
      <p:sp>
        <p:nvSpPr>
          <p:cNvPr id="32" name="box-median-2">
            <a:extLst xmlns:a="http://schemas.openxmlformats.org/drawingml/2006/main">
              <a:ext uri="{FF2B5EF4-FFF2-40B4-BE49-F238E27FC236}">
                <a16:creationId xmlns:a16="http://schemas.microsoft.com/office/drawing/2014/main" id="{2EF2243D-8003-4C92-8A84-4121FF30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75362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07A2D"/>
            </a:solidFill>
            <a:prstDash val="solid"/>
          </a:ln>
        </p:spPr>
      </p:sp>
      <p:sp>
        <p:nvSpPr>
          <p:cNvPr id="33" name="box-x-2">
            <a:extLst xmlns:a="http://schemas.openxmlformats.org/drawingml/2006/main">
              <a:ext uri="{FF2B5EF4-FFF2-40B4-BE49-F238E27FC236}">
                <a16:creationId xmlns:a16="http://schemas.microsoft.com/office/drawing/2014/main" id="{D92FAB06-951C-44B4-A4A2-BBF3FC77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330" y="5829300"/>
            <a:ext cx="27203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集成模型</a:t>
            </a:r>
          </a:p>
        </p:txBody>
      </p:sp>
      <p:sp>
        <p:nvSpPr>
          <p:cNvPr id="34" name="box-x-title">
            <a:extLst xmlns:a="http://schemas.openxmlformats.org/drawingml/2006/main">
              <a:ext uri="{FF2B5EF4-FFF2-40B4-BE49-F238E27FC236}">
                <a16:creationId xmlns:a16="http://schemas.microsoft.com/office/drawing/2014/main" id="{0FC411F8-A159-4304-A725-7C0BED61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555831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2026-07-24T09:41:13.5520000Z</dcterms:created>
  <dcterms:modified xsi:type="dcterms:W3CDTF">2026-07-24T09:41:13.5520000Z</dcterms:modified>
</coreProperties>
</file>