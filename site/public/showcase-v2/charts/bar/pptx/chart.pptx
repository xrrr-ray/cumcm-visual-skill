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66d2a31e00499b" /><Relationship Type="http://schemas.openxmlformats.org/officeDocument/2006/relationships/extended-properties" Target="/docProps/app.xml" Id="Rb2cc505846f845ec" /><Relationship Type="http://schemas.openxmlformats.org/officeDocument/2006/relationships/officeDocument" Target="/ppt/presentation.xml" Id="R390f5a8cc7d9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6af61e01e4e9f"/>
  </p:sldMasterIdLst>
  <p:notesMasterIdLst>
    <p:notesMasterId xmlns:r="http://schemas.openxmlformats.org/officeDocument/2006/relationships" r:id="R225db74c5edf4d73"/>
  </p:notesMasterIdLst>
  <p:sldIdLst>
    <p:sldId xmlns:r="http://schemas.openxmlformats.org/officeDocument/2006/relationships" id="256" r:id="R199e7fa573394c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122c196b74e2f" /><Relationship Type="http://schemas.openxmlformats.org/officeDocument/2006/relationships/slideMaster" Target="/ppt/slideMasters/slideMaster1.xml" Id="Rcf66af61e01e4e9f" /><Relationship Type="http://schemas.openxmlformats.org/officeDocument/2006/relationships/notesMaster" Target="/ppt/notesMasters/notesMaster1.xml" Id="R225db74c5edf4d73" /><Relationship Type="http://schemas.openxmlformats.org/officeDocument/2006/relationships/presProps" Target="/ppt/presProps.xml" Id="R7e5646e192cd4faa" /><Relationship Type="http://schemas.openxmlformats.org/officeDocument/2006/relationships/tableStyles" Target="/ppt/tableStyles.xml" Id="R27507cf3234a471b" /><Relationship Type="http://schemas.openxmlformats.org/officeDocument/2006/relationships/slide" Target="/ppt/slides/slide1.xml" Id="R199e7fa573394c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90555225f844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ed649d03b44ce9" /><Relationship Type="http://schemas.openxmlformats.org/officeDocument/2006/relationships/notesMaster" Target="/ppt/notesMasters/notesMaster1.xml" Id="Rd1deb3fad60642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77aa8713a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cc9ae11e8a4796" /><Relationship Type="http://schemas.openxmlformats.org/officeDocument/2006/relationships/slideLayout" Target="/ppt/slideLayouts/slideLayout1.xml" Id="R0eb14a84593243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b14a84593243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e6d2eb60448a4" /><Relationship Type="http://schemas.openxmlformats.org/officeDocument/2006/relationships/chart" Target="/ppt/slides/charts/chart1.xml" Id="R03c524f936c14771" /><Relationship Type="http://schemas.openxmlformats.org/officeDocument/2006/relationships/notesSlide" Target="/ppt/notesSlides/notesSlide1.xml" Id="R789a63fb6e9d456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准确率</c:v>
          </c:tx>
          <c:spPr>
            <a:solidFill xmlns:a="http://schemas.openxmlformats.org/drawingml/2006/main">
              <a:srgbClr val="2457A7"/>
            </a:solidFill>
            <a:ln xmlns:a="http://schemas.openxmlformats.org/drawingml/2006/main" w="28575">
              <a:solidFill>
                <a:srgbClr val="2457A7"/>
              </a:solidFill>
              <a:prstDash val="solid"/>
            </a:ln>
          </c:spPr>
          <c:cat>
            <c:strLit>
              <c:ptCount val="4"/>
              <c:pt idx="0">
                <c:v>逻辑回归</c:v>
              </c:pt>
              <c:pt idx="1">
                <c:v>随机森林</c:v>
              </c:pt>
              <c:pt idx="2">
                <c:v>XGBoost</c:v>
              </c:pt>
              <c:pt idx="3">
                <c:v>本文模型</c:v>
              </c:pt>
            </c:strLit>
          </c:cat>
          <c:val>
            <c:numLit>
              <c:formatCode>General</c:formatCode>
              <c:ptCount val="4"/>
              <c:pt idx="0">
                <c:v>0.812</c:v>
              </c:pt>
              <c:pt idx="1">
                <c:v>0.864</c:v>
              </c:pt>
              <c:pt idx="2">
                <c:v>0.881</c:v>
              </c:pt>
              <c:pt idx="3">
                <c:v>0.913</c:v>
              </c:pt>
            </c:numLit>
          </c:val>
        </c:ser>
        <c:ser>
          <c:idx val="1"/>
          <c:order val="1"/>
          <c:tx>
            <c:v>F1分数</c:v>
          </c:tx>
          <c:spPr>
            <a:solidFill xmlns:a="http://schemas.openxmlformats.org/drawingml/2006/main">
              <a:srgbClr val="23856D"/>
            </a:solidFill>
            <a:ln xmlns:a="http://schemas.openxmlformats.org/drawingml/2006/main" w="28575">
              <a:solidFill>
                <a:srgbClr val="23856D"/>
              </a:solidFill>
              <a:prstDash val="solid"/>
            </a:ln>
          </c:spPr>
          <c:cat>
            <c:strLit>
              <c:ptCount val="4"/>
              <c:pt idx="0">
                <c:v>逻辑回归</c:v>
              </c:pt>
              <c:pt idx="1">
                <c:v>随机森林</c:v>
              </c:pt>
              <c:pt idx="2">
                <c:v>XGBoost</c:v>
              </c:pt>
              <c:pt idx="3">
                <c:v>本文模型</c:v>
              </c:pt>
            </c:strLit>
          </c:cat>
          <c:val>
            <c:numLit>
              <c:formatCode>General</c:formatCode>
              <c:ptCount val="4"/>
              <c:pt idx="0">
                <c:v>0.798</c:v>
              </c:pt>
              <c:pt idx="1">
                <c:v>0.851</c:v>
              </c:pt>
              <c:pt idx="2">
                <c:v>0.873</c:v>
              </c:pt>
              <c:pt idx="3">
                <c:v>0.906</c:v>
              </c:pt>
            </c:numLit>
          </c:val>
        </c:ser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模型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383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得分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6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20695D-3922-445D-BBF5-7A995CFA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0924981D-9F71-4776-8078-1096FD1F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不同模型预测性能对比</a:t>
            </a:r>
          </a:p>
        </p:txBody>
      </p:sp>
      <p:sp>
        <p:nvSpPr>
          <p:cNvPr id="3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99A2B018-458C-44FA-A164-6F6F820A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准确率与 F1 分数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81050" y="1381125"/>
          <a:ext xmlns:a="http://schemas.openxmlformats.org/drawingml/2006/main" cx="106489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c524f936c14771"/>
          </a:graphicData>
        </a:graphic>
      </p:graphicFrame>
    </p:spTree>
    <p:extLst>
      <p:ext uri="{BB962C8B-B14F-4D97-AF65-F5344CB8AC3E}">
        <p14:creationId xmlns:p14="http://schemas.microsoft.com/office/powerpoint/2010/main" val="1013498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2026-07-24T09:39:11.5150000Z</dcterms:created>
  <dcterms:modified xsi:type="dcterms:W3CDTF">2026-07-24T09:39:11.5150000Z</dcterms:modified>
</coreProperties>
</file>