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77fbfae6314658" /><Relationship Type="http://schemas.openxmlformats.org/officeDocument/2006/relationships/extended-properties" Target="/docProps/app.xml" Id="R3d0f2a3e14db42ce" /><Relationship Type="http://schemas.openxmlformats.org/officeDocument/2006/relationships/officeDocument" Target="/ppt/presentation.xml" Id="R2cb3f82a16a2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2a8f7a2d7c4ee7"/>
  </p:sldMasterIdLst>
  <p:notesMasterIdLst>
    <p:notesMasterId xmlns:r="http://schemas.openxmlformats.org/officeDocument/2006/relationships" r:id="R12e6cb8f52b44b30"/>
  </p:notesMasterIdLst>
  <p:sldIdLst>
    <p:sldId xmlns:r="http://schemas.openxmlformats.org/officeDocument/2006/relationships" id="256" r:id="R3bb3ca7e183141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c25ec5e129405c" /><Relationship Type="http://schemas.openxmlformats.org/officeDocument/2006/relationships/slideMaster" Target="/ppt/slideMasters/slideMaster1.xml" Id="Rf22a8f7a2d7c4ee7" /><Relationship Type="http://schemas.openxmlformats.org/officeDocument/2006/relationships/notesMaster" Target="/ppt/notesMasters/notesMaster1.xml" Id="R12e6cb8f52b44b30" /><Relationship Type="http://schemas.openxmlformats.org/officeDocument/2006/relationships/presProps" Target="/ppt/presProps.xml" Id="R68ae493812eb43bb" /><Relationship Type="http://schemas.openxmlformats.org/officeDocument/2006/relationships/tableStyles" Target="/ppt/tableStyles.xml" Id="R2b5687a2e41e401d" /><Relationship Type="http://schemas.openxmlformats.org/officeDocument/2006/relationships/slide" Target="/ppt/slides/slide1.xml" Id="R3bb3ca7e183141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c48c4e73643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63767e28ff4cdf" /><Relationship Type="http://schemas.openxmlformats.org/officeDocument/2006/relationships/notesMaster" Target="/ppt/notesMasters/notesMaster1.xml" Id="R12cdd3eedc514f0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54b4c936f4b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351c1a075249f5" /><Relationship Type="http://schemas.openxmlformats.org/officeDocument/2006/relationships/slideLayout" Target="/ppt/slideLayouts/slideLayout1.xml" Id="R154128ae30ef4d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4128ae30ef4d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8175413684b11" /><Relationship Type="http://schemas.openxmlformats.org/officeDocument/2006/relationships/notesSlide" Target="/ppt/notesSlides/notesSlide1.xml" Id="Rf691112f55d748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72EBD80-2C1B-4912-8CF1-0E3300FF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29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rt-title">
            <a:extLst xmlns:a="http://schemas.openxmlformats.org/drawingml/2006/main">
              <a:ext uri="{FF2B5EF4-FFF2-40B4-BE49-F238E27FC236}">
                <a16:creationId xmlns:a16="http://schemas.microsoft.com/office/drawing/2014/main" id="{4F50F627-F1C8-46F5-A20F-D775BFA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样本规模对预测性能的影响</a:t>
            </a:r>
          </a:p>
        </p:txBody>
      </p:sp>
      <p:sp>
        <p:nvSpPr>
          <p:cNvPr id="3" name="chart-subtitle">
            <a:extLst xmlns:a="http://schemas.openxmlformats.org/drawingml/2006/main">
              <a:ext uri="{FF2B5EF4-FFF2-40B4-BE49-F238E27FC236}">
                <a16:creationId xmlns:a16="http://schemas.microsoft.com/office/drawing/2014/main" id="{75370B82-2C33-416C-B192-BCB85A1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均值 ± 标准差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10971-4434-4FBA-AB50-22C4F23B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5" name="error-y-0">
            <a:extLst xmlns:a="http://schemas.openxmlformats.org/drawingml/2006/main">
              <a:ext uri="{FF2B5EF4-FFF2-40B4-BE49-F238E27FC236}">
                <a16:creationId xmlns:a16="http://schemas.microsoft.com/office/drawing/2014/main" id="{06838E77-7F1E-4E10-8CBD-3A8519FB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75766-F87B-40B1-A51C-9176747B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7" name="error-y-1">
            <a:extLst xmlns:a="http://schemas.openxmlformats.org/drawingml/2006/main">
              <a:ext uri="{FF2B5EF4-FFF2-40B4-BE49-F238E27FC236}">
                <a16:creationId xmlns:a16="http://schemas.microsoft.com/office/drawing/2014/main" id="{A3260445-A68B-4634-9D7F-DF8C94A8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DAE3D-FAD7-47B1-8D78-1C284AEF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670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9" name="error-y-2">
            <a:extLst xmlns:a="http://schemas.openxmlformats.org/drawingml/2006/main">
              <a:ext uri="{FF2B5EF4-FFF2-40B4-BE49-F238E27FC236}">
                <a16:creationId xmlns:a16="http://schemas.microsoft.com/office/drawing/2014/main" id="{77A6F353-22BF-4836-B6B3-EB1D3516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ACFBE-654B-4F92-BB04-1147EED4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1" name="error-y-3">
            <a:extLst xmlns:a="http://schemas.openxmlformats.org/drawingml/2006/main">
              <a:ext uri="{FF2B5EF4-FFF2-40B4-BE49-F238E27FC236}">
                <a16:creationId xmlns:a16="http://schemas.microsoft.com/office/drawing/2014/main" id="{76325A1B-3E41-4EA9-B118-2A94A653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0.85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4D8BF-5B27-45A2-92A9-6CD85FFD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3" name="error-y-4">
            <a:extLst xmlns:a="http://schemas.openxmlformats.org/drawingml/2006/main">
              <a:ext uri="{FF2B5EF4-FFF2-40B4-BE49-F238E27FC236}">
                <a16:creationId xmlns:a16="http://schemas.microsoft.com/office/drawing/2014/main" id="{71E83D31-8B9D-40E7-8A2C-7A850542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E0EF5-F504-429B-B8DC-07FDD780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9810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5" name="error-y-5">
            <a:extLst xmlns:a="http://schemas.openxmlformats.org/drawingml/2006/main">
              <a:ext uri="{FF2B5EF4-FFF2-40B4-BE49-F238E27FC236}">
                <a16:creationId xmlns:a16="http://schemas.microsoft.com/office/drawing/2014/main" id="{AEB36251-7D59-4F94-820D-49DA590E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0.92</a:t>
            </a:r>
          </a:p>
        </p:txBody>
      </p:sp>
      <p:sp>
        <p:nvSpPr>
          <p:cNvPr id="16" name="error-point-0">
            <a:extLst xmlns:a="http://schemas.openxmlformats.org/drawingml/2006/main">
              <a:ext uri="{FF2B5EF4-FFF2-40B4-BE49-F238E27FC236}">
                <a16:creationId xmlns:a16="http://schemas.microsoft.com/office/drawing/2014/main" id="{E1C44CCA-3A29-4840-8AC3-146A4C5B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937" y="466980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error-point-1">
            <a:extLst xmlns:a="http://schemas.openxmlformats.org/drawingml/2006/main">
              <a:ext uri="{FF2B5EF4-FFF2-40B4-BE49-F238E27FC236}">
                <a16:creationId xmlns:a16="http://schemas.microsoft.com/office/drawing/2014/main" id="{A1A287DB-6DB1-4BB8-830F-3FECD980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7982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error-point-2">
            <a:extLst xmlns:a="http://schemas.openxmlformats.org/drawingml/2006/main">
              <a:ext uri="{FF2B5EF4-FFF2-40B4-BE49-F238E27FC236}">
                <a16:creationId xmlns:a16="http://schemas.microsoft.com/office/drawing/2014/main" id="{119458D1-5F90-482B-A32D-FDE79397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188" y="299378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error-point-3">
            <a:extLst xmlns:a="http://schemas.openxmlformats.org/drawingml/2006/main">
              <a:ext uri="{FF2B5EF4-FFF2-40B4-BE49-F238E27FC236}">
                <a16:creationId xmlns:a16="http://schemas.microsoft.com/office/drawing/2014/main" id="{A56BE2D0-A0DA-4061-A4C7-E82CE4D0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313" y="245745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error-point-4">
            <a:extLst xmlns:a="http://schemas.openxmlformats.org/drawingml/2006/main">
              <a:ext uri="{FF2B5EF4-FFF2-40B4-BE49-F238E27FC236}">
                <a16:creationId xmlns:a16="http://schemas.microsoft.com/office/drawing/2014/main" id="{3BC194B1-8683-4F14-887D-09AA398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3438" y="221164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error-point-5">
            <a:extLst xmlns:a="http://schemas.openxmlformats.org/drawingml/2006/main">
              <a:ext uri="{FF2B5EF4-FFF2-40B4-BE49-F238E27FC236}">
                <a16:creationId xmlns:a16="http://schemas.microsoft.com/office/drawing/2014/main" id="{1753A6E9-5577-46F3-B846-7AE60969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562" y="205521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6" idx="7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V="1">
            <a:off x="1994238" y="3879577"/>
            <a:ext cx="1567774" cy="80417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457A7"/>
            </a:solidFill>
            <a:prstDash val="solid"/>
            <a:round/>
          </a:ln>
        </p:spPr>
      </p:cxnSp>
      <p:cxnSp>
        <p:nvCxnSpPr>
          <p:cNvPr id="74" name=""/>
          <p:cNvCxnSpPr>
            <a:stCxn xmlns:a="http://schemas.openxmlformats.org/drawingml/2006/main" id="17" idx="7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V="1">
            <a:off x="3629364" y="3075086"/>
            <a:ext cx="1567773" cy="73713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457A7"/>
            </a:solidFill>
            <a:prstDash val="solid"/>
            <a:round/>
          </a:ln>
        </p:spPr>
      </p:cxnSp>
      <p:cxnSp>
        <p:nvCxnSpPr>
          <p:cNvPr id="75" name=""/>
          <p:cNvCxnSpPr>
            <a:stCxn xmlns:a="http://schemas.openxmlformats.org/drawingml/2006/main" id="18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5278438" y="2505083"/>
            <a:ext cx="1539875" cy="536327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457A7"/>
            </a:solidFill>
            <a:prstDash val="solid"/>
            <a:round/>
          </a:ln>
        </p:spPr>
      </p:cxnSp>
      <p:cxnSp>
        <p:nvCxnSpPr>
          <p:cNvPr id="76" name=""/>
          <p:cNvCxnSpPr>
            <a:stCxn xmlns:a="http://schemas.openxmlformats.org/drawingml/2006/main" id="19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6913563" y="2259267"/>
            <a:ext cx="1539875" cy="245816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457A7"/>
            </a:solidFill>
            <a:prstDash val="solid"/>
            <a:round/>
          </a:ln>
        </p:spPr>
      </p:cxnSp>
      <p:cxnSp>
        <p:nvCxnSpPr>
          <p:cNvPr id="77" name=""/>
          <p:cNvCxnSpPr>
            <a:stCxn xmlns:a="http://schemas.openxmlformats.org/drawingml/2006/main" id="2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8548688" y="2102838"/>
            <a:ext cx="1539874" cy="156429"/>
          </a:xfrm>
          <a:prstGeom xmlns:a="http://schemas.openxmlformats.org/drawingml/2006/main" prst="straightConnector1">
            <a:avLst/>
          </a:prstGeom>
          <a:ln xmlns:a="http://schemas.openxmlformats.org/drawingml/2006/main" w="28575" cap="rnd">
            <a:solidFill>
              <a:srgbClr val="2457A7"/>
            </a:solidFill>
            <a:prstDash val="solid"/>
            <a:round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A1727-DA60-4EE1-8D12-6061AE9A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0562" y="4002329"/>
            <a:ext cx="0" cy="143020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4C20F4-47CE-401E-B1C9-5398A39E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362" y="4002329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634ED5-0882-422E-B475-2CAD43A3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362" y="5432534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30" name="error-x-0">
            <a:extLst xmlns:a="http://schemas.openxmlformats.org/drawingml/2006/main">
              <a:ext uri="{FF2B5EF4-FFF2-40B4-BE49-F238E27FC236}">
                <a16:creationId xmlns:a16="http://schemas.microsoft.com/office/drawing/2014/main" id="{B1F4741B-F283-4718-9EDA-1E705110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4312" y="5810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1DABF-04E4-49F6-9B1C-BFE948E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287227"/>
            <a:ext cx="0" cy="1117348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755E0B-D161-4D02-9968-2E8465B8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3287227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564313-7735-441D-8D16-CB614319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4404575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34" name="error-x-1">
            <a:extLst xmlns:a="http://schemas.openxmlformats.org/drawingml/2006/main">
              <a:ext uri="{FF2B5EF4-FFF2-40B4-BE49-F238E27FC236}">
                <a16:creationId xmlns:a16="http://schemas.microsoft.com/office/drawing/2014/main" id="{40CD0234-6D46-461D-A3D5-1B3BD39E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438" y="5810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29DCA9-E525-4CDB-8770-7A61CD96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813" y="2616818"/>
            <a:ext cx="0" cy="84918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4944C9-738E-49B4-8EFF-48A5EED8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613" y="2616818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8895E7-8B27-422B-8E11-39DE33AB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4613" y="3466002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38" name="error-x-2">
            <a:extLst xmlns:a="http://schemas.openxmlformats.org/drawingml/2006/main">
              <a:ext uri="{FF2B5EF4-FFF2-40B4-BE49-F238E27FC236}">
                <a16:creationId xmlns:a16="http://schemas.microsoft.com/office/drawing/2014/main" id="{79075226-73DB-4329-A064-38B86F28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563" y="5810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400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A076CF-9DCE-467D-BE39-9219151B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5938" y="2192226"/>
            <a:ext cx="0" cy="62571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2B21B-C0E2-4E94-8ACB-432C8BF3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738" y="2192226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B72F1E-34C3-411E-930E-65536019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9738" y="2817941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2" name="error-x-3">
            <a:extLst xmlns:a="http://schemas.openxmlformats.org/drawingml/2006/main">
              <a:ext uri="{FF2B5EF4-FFF2-40B4-BE49-F238E27FC236}">
                <a16:creationId xmlns:a16="http://schemas.microsoft.com/office/drawing/2014/main" id="{72382E93-7983-4F71-A4A4-7719804D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688" y="5810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AF894B-0E1D-45AE-AD1C-C1FF9659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013450"/>
            <a:ext cx="0" cy="49163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9081BC-0FDF-4EC4-8C3D-4D9067BA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2013450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B12BDE-796F-4CAD-B512-09C99AB6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863" y="2505083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6" name="error-x-4">
            <a:extLst xmlns:a="http://schemas.openxmlformats.org/drawingml/2006/main">
              <a:ext uri="{FF2B5EF4-FFF2-40B4-BE49-F238E27FC236}">
                <a16:creationId xmlns:a16="http://schemas.microsoft.com/office/drawing/2014/main" id="{D98CE49F-F16F-455C-B4C0-65B753A8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4813" y="5810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96D26B-F823-4CD4-80E7-47AA84B5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187" y="1901716"/>
            <a:ext cx="0" cy="40224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05C59C-F99A-4403-85DA-EB5E437D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87" y="1901716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AF708C-20DC-4CFE-B58C-178F89C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9987" y="2303961"/>
            <a:ext cx="1524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457A7"/>
            </a:solidFill>
            <a:prstDash val="solid"/>
          </a:ln>
        </p:spPr>
      </p:sp>
      <p:sp>
        <p:nvSpPr>
          <p:cNvPr id="50" name="error-x-5">
            <a:extLst xmlns:a="http://schemas.openxmlformats.org/drawingml/2006/main">
              <a:ext uri="{FF2B5EF4-FFF2-40B4-BE49-F238E27FC236}">
                <a16:creationId xmlns:a16="http://schemas.microsoft.com/office/drawing/2014/main" id="{4212F71E-4E4C-492B-B5E0-9A343EA7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9937" y="5810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1600</a:t>
            </a:r>
          </a:p>
        </p:txBody>
      </p:sp>
      <p:sp>
        <p:nvSpPr>
          <p:cNvPr id="51" name="error-x-title">
            <a:extLst xmlns:a="http://schemas.openxmlformats.org/drawingml/2006/main">
              <a:ext uri="{FF2B5EF4-FFF2-40B4-BE49-F238E27FC236}">
                <a16:creationId xmlns:a16="http://schemas.microsoft.com/office/drawing/2014/main" id="{A5673FF4-210D-4B2E-A323-8D8C179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33"/>
                </a:solidFill>
                <a:latin typeface="Microsoft YaHei"/>
                <a:ea typeface="Microsoft YaHei"/>
                <a:cs typeface="Microsoft YaHei"/>
              </a:rPr>
              <a:t>样本规模</a:t>
            </a:r>
          </a:p>
        </p:txBody>
      </p:sp>
    </p:spTree>
    <p:extLst>
      <p:ext uri="{BB962C8B-B14F-4D97-AF65-F5344CB8AC3E}">
        <p14:creationId xmlns:p14="http://schemas.microsoft.com/office/powerpoint/2010/main" val="1496697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2026-07-24T09:44:55.7500000Z</dcterms:created>
  <dcterms:modified xsi:type="dcterms:W3CDTF">2026-07-24T09:44:55.7500000Z</dcterms:modified>
</coreProperties>
</file>