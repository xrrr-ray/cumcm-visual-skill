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2e57a22737418a" /><Relationship Type="http://schemas.openxmlformats.org/officeDocument/2006/relationships/extended-properties" Target="/docProps/app.xml" Id="Raae41c2c2d5e4cfd" /><Relationship Type="http://schemas.openxmlformats.org/officeDocument/2006/relationships/officeDocument" Target="/ppt/presentation.xml" Id="R666bad8b9ce646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3b8abcfdeb45ba"/>
  </p:sldMasterIdLst>
  <p:notesMasterIdLst>
    <p:notesMasterId xmlns:r="http://schemas.openxmlformats.org/officeDocument/2006/relationships" r:id="R2068f5f2cbe34690"/>
  </p:notesMasterIdLst>
  <p:sldIdLst>
    <p:sldId xmlns:r="http://schemas.openxmlformats.org/officeDocument/2006/relationships" id="256" r:id="Rbfd755ba8e7c4e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22964373314d7e" /><Relationship Type="http://schemas.openxmlformats.org/officeDocument/2006/relationships/slideMaster" Target="/ppt/slideMasters/slideMaster1.xml" Id="Rd63b8abcfdeb45ba" /><Relationship Type="http://schemas.openxmlformats.org/officeDocument/2006/relationships/notesMaster" Target="/ppt/notesMasters/notesMaster1.xml" Id="R2068f5f2cbe34690" /><Relationship Type="http://schemas.openxmlformats.org/officeDocument/2006/relationships/presProps" Target="/ppt/presProps.xml" Id="R36380a68ee8f4769" /><Relationship Type="http://schemas.openxmlformats.org/officeDocument/2006/relationships/tableStyles" Target="/ppt/tableStyles.xml" Id="Rf8b231465367489c" /><Relationship Type="http://schemas.openxmlformats.org/officeDocument/2006/relationships/slide" Target="/ppt/slides/slide1.xml" Id="Rbfd755ba8e7c4e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33d949bac549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aa8beb4cdd4e07" /><Relationship Type="http://schemas.openxmlformats.org/officeDocument/2006/relationships/notesMaster" Target="/ppt/notesMasters/notesMaster1.xml" Id="R46433078a21f4a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0267bac724a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ed82aed11a4b32" /><Relationship Type="http://schemas.openxmlformats.org/officeDocument/2006/relationships/slideLayout" Target="/ppt/slideLayouts/slideLayout1.xml" Id="R4dbd640697234b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bd640697234b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6d48d553d4abc" /><Relationship Type="http://schemas.openxmlformats.org/officeDocument/2006/relationships/chart" Target="/ppt/slides/charts/chart1.xml" Id="R07f35f0facc6485d" /><Relationship Type="http://schemas.openxmlformats.org/officeDocument/2006/relationships/notesSlide" Target="/ppt/notesSlides/notesSlide1.xml" Id="R26a60e4616e9451a" /></Relationships>
</file>

<file path=ppt/slides/charts/chart1.xml><?xml version="1.0" encoding="utf-8"?>
<c:chartSpace xmlns:c="http://schemas.openxmlformats.org/drawingml/2006/chart">
  <c:lang val="en-US"/>
  <c:chart>
    <c:plotArea>
      <c:radarChart>
        <c:radarStyle val="standard"/>
        <c:ser>
          <c:idx val="0"/>
          <c:order val="0"/>
          <c:tx>
            <c:v>基线模型</c:v>
          </c:tx>
          <c:spPr>
            <a:solidFill xmlns:a="http://schemas.openxmlformats.org/drawingml/2006/main">
              <a:srgbClr val="2457A7"/>
            </a:solidFill>
            <a:ln xmlns:a="http://schemas.openxmlformats.org/drawingml/2006/main" w="28575">
              <a:solidFill>
                <a:srgbClr val="2457A7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6"/>
              <c:pt idx="0">
                <c:v>预测精度</c:v>
              </c:pt>
              <c:pt idx="1">
                <c:v>鲁棒性</c:v>
              </c:pt>
              <c:pt idx="2">
                <c:v>计算效率</c:v>
              </c:pt>
              <c:pt idx="3">
                <c:v>可解释性</c:v>
              </c:pt>
              <c:pt idx="4">
                <c:v>泛化能力</c:v>
              </c:pt>
              <c:pt idx="5">
                <c:v>稳定性</c:v>
              </c:pt>
            </c:strLit>
          </c:cat>
          <c:val>
            <c:numLit>
              <c:formatCode>General</c:formatCode>
              <c:ptCount val="6"/>
              <c:pt idx="0">
                <c:v>76</c:v>
              </c:pt>
              <c:pt idx="1">
                <c:v>68</c:v>
              </c:pt>
              <c:pt idx="2">
                <c:v>84</c:v>
              </c:pt>
              <c:pt idx="3">
                <c:v>72</c:v>
              </c:pt>
              <c:pt idx="4">
                <c:v>70</c:v>
              </c:pt>
              <c:pt idx="5">
                <c:v>74</c:v>
              </c:pt>
            </c:numLit>
          </c:val>
        </c:ser>
        <c:ser>
          <c:idx val="1"/>
          <c:order val="1"/>
          <c:tx>
            <c:v>改进模型</c:v>
          </c:tx>
          <c:spPr>
            <a:solidFill xmlns:a="http://schemas.openxmlformats.org/drawingml/2006/main">
              <a:srgbClr val="23856D"/>
            </a:solidFill>
            <a:ln xmlns:a="http://schemas.openxmlformats.org/drawingml/2006/main" w="28575">
              <a:solidFill>
                <a:srgbClr val="23856D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6"/>
              <c:pt idx="0">
                <c:v>预测精度</c:v>
              </c:pt>
              <c:pt idx="1">
                <c:v>鲁棒性</c:v>
              </c:pt>
              <c:pt idx="2">
                <c:v>计算效率</c:v>
              </c:pt>
              <c:pt idx="3">
                <c:v>可解释性</c:v>
              </c:pt>
              <c:pt idx="4">
                <c:v>泛化能力</c:v>
              </c:pt>
              <c:pt idx="5">
                <c:v>稳定性</c:v>
              </c:pt>
            </c:strLit>
          </c:cat>
          <c:val>
            <c:numLit>
              <c:formatCode>General</c:formatCode>
              <c:ptCount val="6"/>
              <c:pt idx="0">
                <c:v>91</c:v>
              </c:pt>
              <c:pt idx="1">
                <c:v>86</c:v>
              </c:pt>
              <c:pt idx="2">
                <c:v>79</c:v>
              </c:pt>
              <c:pt idx="3">
                <c:v>88</c:v>
              </c:pt>
              <c:pt idx="4">
                <c:v>89</c:v>
              </c:pt>
              <c:pt idx="5">
                <c:v>87</c:v>
              </c:pt>
            </c:numLit>
          </c:val>
        </c:ser>
        <c:axId val="48650112"/>
        <c:axId val="48672768"/>
      </c:rad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指标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73839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评分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0708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620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28BD5820-3056-44FB-B7F7-5175B852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rt-title">
            <a:extLst xmlns:a="http://schemas.openxmlformats.org/drawingml/2006/main">
              <a:ext uri="{FF2B5EF4-FFF2-40B4-BE49-F238E27FC236}">
                <a16:creationId xmlns:a16="http://schemas.microsoft.com/office/drawing/2014/main" id="{5820022F-FEEA-47E8-9F3A-7E63F3F6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模型综合能力评估</a:t>
            </a:r>
          </a:p>
        </p:txBody>
      </p:sp>
      <p:sp>
        <p:nvSpPr>
          <p:cNvPr id="3" name="chart-subtitle">
            <a:extLst xmlns:a="http://schemas.openxmlformats.org/drawingml/2006/main">
              <a:ext uri="{FF2B5EF4-FFF2-40B4-BE49-F238E27FC236}">
                <a16:creationId xmlns:a16="http://schemas.microsoft.com/office/drawing/2014/main" id="{63FA0D81-024C-434A-92CA-11AE18FC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六维指标对比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81050" y="1381125"/>
          <a:ext xmlns:a="http://schemas.openxmlformats.org/drawingml/2006/main" cx="106489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f35f0facc6485d"/>
          </a:graphicData>
        </a:graphic>
      </p:graphicFrame>
    </p:spTree>
    <p:extLst>
      <p:ext uri="{BB962C8B-B14F-4D97-AF65-F5344CB8AC3E}">
        <p14:creationId xmlns:p14="http://schemas.microsoft.com/office/powerpoint/2010/main" val="1867078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2026-07-24T09:41:54.0020000Z</dcterms:created>
  <dcterms:modified xsi:type="dcterms:W3CDTF">2026-07-24T09:41:54.0020000Z</dcterms:modified>
</coreProperties>
</file>